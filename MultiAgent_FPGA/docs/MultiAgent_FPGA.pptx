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65" r:id="rId3"/>
    <p:sldId id="266" r:id="rId5"/>
    <p:sldId id="270" r:id="rId6"/>
    <p:sldId id="276" r:id="rId7"/>
    <p:sldId id="271" r:id="rId8"/>
    <p:sldId id="267" r:id="rId9"/>
    <p:sldId id="261" r:id="rId10"/>
    <p:sldId id="264" r:id="rId11"/>
    <p:sldId id="263" r:id="rId12"/>
    <p:sldId id="273" r:id="rId13"/>
    <p:sldId id="274" r:id="rId14"/>
    <p:sldId id="269" r:id="rId15"/>
    <p:sldId id="275" r:id="rId16"/>
    <p:sldId id="262" r:id="rId17"/>
    <p:sldId id="279" r:id="rId18"/>
    <p:sldId id="280" r:id="rId19"/>
    <p:sldId id="281" r:id="rId20"/>
    <p:sldId id="283" r:id="rId21"/>
    <p:sldId id="284" r:id="rId22"/>
    <p:sldId id="268" r:id="rId23"/>
    <p:sldId id="278" r:id="rId24"/>
    <p:sldId id="27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11" userDrawn="1">
          <p15:clr>
            <a:srgbClr val="A4A3A4"/>
          </p15:clr>
        </p15:guide>
      </p15:sldGuideLst>
    </p:ext>
  </p:extLst>
</p:presentation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